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Compact optical display-to-camera forward model</dc:title>
  <dc:subject>Calibrated RAW16 forward model and measurement-only reconstructions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